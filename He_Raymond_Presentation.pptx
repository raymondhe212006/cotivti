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iHOHmb7DF96UY9KGxvVY4L5Rbm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 — I'm Raymond He. Today I want to show you MedQuorum, a proof-of-concept I built that applies agentic AI to prior authorization review. I was inspired by MiroFish, an open-source framework that populates digital sandboxes with thousands of LLM agents to simulate real-world outcomes. MedQuorum takes that idea and applies it to a specific, high-stakes problem in healthcare operations.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Prior authorization costs U.S. healthcare thirty-one billion dollars a year in administrative overhead alone. The average physician spends twelve hours a week on PA tasks while patients wait days for decisions that directly affect their care. And starting this year, CMS requires payers to issue expedited decisions within seventy-two hours. The existing process — sequential, siloed human review — cannot scale to meet that deadline. Agentic AI can.</a:t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MedQuorum is a four-stage pipeline. First, Claude derives the relevant reviewer roles directly from the proposal — a Medical Director, a Pharmacist, a Nephrology Consultant, a Behavioral Health Liaison. Each persona independently evaluates the request from their professional lens and rates it one to five. They then read each other's concerns and update their stance — modeling real committee pushback. A synthesizer agent issues the final structured recommendation. Let me show you how this works live.</a:t>
            </a:r>
            <a:endParaRPr/>
          </a:p>
        </p:txBody>
      </p:sp>
      <p:sp>
        <p:nvSpPr>
          <p:cNvPr id="121" name="Google Shape;12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 to summarize — prior authorization is a thirty-one billion dollar administrative problem with a tightening regulatory clock. What MedQuorum shows is that you can simulate a full multi-stakeholder review in under a minute, catch real documentation errors automatically, and surface genuine disagreements between reviewers — not just averaged ratings. For Cotiviti, that maps to three investments: a provider-facing documentation scorer, a payer-facing simulation advisory layer, and a private-cloud LLM deployment for member-level data. The moat is Cotiviti's claims data — no one else can validate simulation outputs against real outcomes at scale. Thank you.</a:t>
            </a:r>
            <a:endParaRPr/>
          </a:p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E1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COTIVITI INTERN ASSESSMENT  ·  AUGUST 2026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02920" y="777240"/>
            <a:ext cx="65836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r>
              <a:rPr b="1" i="0" lang="en-US" sz="72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Quorum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48640" y="324612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Agentic multi-stakeholder prior authorization simulation — a proof of concept for Cotiviti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48640" y="38404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Raymond He  ·  Inspired by MiroFish  ·  Claude claude-sonnet-4-6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8229600" y="685800"/>
            <a:ext cx="3474720" cy="1325880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66760" y="79552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$31B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366760" y="12801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annual U.S. prior authorization</a:t>
            </a:r>
            <a:b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administrative burden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8229600" y="2176272"/>
            <a:ext cx="3474720" cy="1325880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366760" y="22860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4 stages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8366760" y="27706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generate → react →</a:t>
            </a:r>
            <a:b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reassess → verdict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8229600" y="3666744"/>
            <a:ext cx="3474720" cy="1325880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366760" y="377647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~1 min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366760" y="426110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end-to-end, any proposal,</a:t>
            </a:r>
            <a:b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any stakeholder panel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E1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02920" y="822960"/>
            <a:ext cx="3474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$31B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48640" y="32461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annual U.S. healthcare</a:t>
            </a:r>
            <a:b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prior authorization</a:t>
            </a:r>
            <a:b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administrative burden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3931920" y="914400"/>
            <a:ext cx="7680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Prior authorization hasn't fundamentally changed in decades: sequential, siloed review by human experts — slow, inconsistent, and difficult to audit. Starting in 2026, CMS mandates decisions in 72 hours for expedited requests.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3931920" y="2423160"/>
            <a:ext cx="2377440" cy="1143000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4069080" y="253288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4069080" y="30175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PA requests per</a:t>
            </a:r>
            <a:b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physician per week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6473952" y="2423160"/>
            <a:ext cx="2377440" cy="1143000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611112" y="253288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12 hrs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611112" y="30175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weekly physician time</a:t>
            </a:r>
            <a:b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spent on PA admin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9015984" y="2423160"/>
            <a:ext cx="2377440" cy="1143000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9153144" y="253288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35%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9153144" y="30175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physicians report</a:t>
            </a:r>
            <a:b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PA-related patient harm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3931920" y="3749039"/>
            <a:ext cx="6766560" cy="502920"/>
          </a:xfrm>
          <a:prstGeom prst="rect">
            <a:avLst/>
          </a:prstGeom>
          <a:solidFill>
            <a:srgbClr val="002822"/>
          </a:solidFill>
          <a:ln cap="flat" cmpd="sng" w="9525">
            <a:solidFill>
              <a:srgbClr val="0080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114800" y="3822191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● CMS-0057-F: 72-hr expedited  ·  7-day standard  —  effective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E1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MEDQUORUM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A four-stage agentic pipeline that simulates every relevant reviewer — simultaneously — from any prior authorization proposal.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361188" y="1920240"/>
            <a:ext cx="2606040" cy="1920240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489204" y="2029968"/>
            <a:ext cx="2350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① Role Generation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489204" y="2304288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Derive reviewers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489204" y="2670048"/>
            <a:ext cx="2350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LLM identifies relevant stakeholders from the proposal — clinical, financial, compliance, operations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2967228" y="265176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3314700" y="1920240"/>
            <a:ext cx="2606040" cy="1920240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3442716" y="2029968"/>
            <a:ext cx="2350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② Initial Reaction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3442716" y="2304288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Independent rating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3442716" y="2670048"/>
            <a:ext cx="2350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Each persona evaluates from their professional lens, rates 1–5, cites biggest concern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5920740" y="265176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268212" y="1920240"/>
            <a:ext cx="2606040" cy="1920240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396228" y="2029968"/>
            <a:ext cx="2350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③ Peer Reassessment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6396228" y="2304288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Committee dynamics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6396228" y="2670048"/>
            <a:ext cx="2350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Each agent reads peers' concerns, pushes back or updates stance — adversarial by design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8874252" y="265176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9221724" y="1920240"/>
            <a:ext cx="2606040" cy="1920240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9349740" y="2029968"/>
            <a:ext cx="2350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④ Final Consensus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9349740" y="2304288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Structured verdict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9349740" y="2670048"/>
            <a:ext cx="2350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Synthesizer aggregates ratings, surfaces key tensions, issues a recommendation with rationale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48640" y="4069080"/>
            <a:ext cx="1595628" cy="292608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640080" y="4096512"/>
            <a:ext cx="1412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claude-sonnet-4-6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2235708" y="4069080"/>
            <a:ext cx="1595628" cy="292608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2327148" y="4096512"/>
            <a:ext cx="1412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Node.js / Express</a:t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3922776" y="4069080"/>
            <a:ext cx="2528316" cy="292608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4014216" y="4096512"/>
            <a:ext cx="23454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Promise.all() parallel agents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6542532" y="4069080"/>
            <a:ext cx="2761488" cy="292608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633972" y="409651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Structured JSON tool-use outputs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Let me show you →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E1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Prior authorization is a $31B problem. MedQuorum shows what agentic AI can do about it.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48640" y="1691640"/>
            <a:ext cx="5394960" cy="3977639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731520" y="181051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WHAT THE POC SHOWED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31520" y="2212848"/>
            <a:ext cx="54864" cy="502920"/>
          </a:xfrm>
          <a:prstGeom prst="rect">
            <a:avLst/>
          </a:prstGeom>
          <a:solidFill>
            <a:srgbClr val="00C8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886968" y="2212848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10 independent reviewers generated and run in under a minute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731520" y="3017520"/>
            <a:ext cx="54864" cy="502920"/>
          </a:xfrm>
          <a:prstGeom prst="rect">
            <a:avLst/>
          </a:prstGeom>
          <a:solidFill>
            <a:srgbClr val="00C8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886968" y="3017520"/>
            <a:ext cx="484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95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ocumentation errors caught automatically</a:t>
            </a:r>
            <a:r>
              <a:rPr lang="en-US" sz="950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95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 wrong drug mechanism</a:t>
            </a:r>
            <a:r>
              <a:rPr lang="en-US" sz="950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95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 no nephrology clearance, stale psych evaluati</a:t>
            </a:r>
            <a:r>
              <a:rPr b="0" i="0" lang="en-US" sz="95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731520" y="3822192"/>
            <a:ext cx="54864" cy="502920"/>
          </a:xfrm>
          <a:prstGeom prst="rect">
            <a:avLst/>
          </a:prstGeom>
          <a:solidFill>
            <a:srgbClr val="00C8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886968" y="3822192"/>
            <a:ext cx="4846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Genuine stakeholder disagreement surfaced</a:t>
            </a:r>
            <a:r>
              <a:rPr lang="en-US" sz="950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95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real tensions, not just averaged ratings</a:t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731520" y="4626864"/>
            <a:ext cx="54864" cy="502920"/>
          </a:xfrm>
          <a:prstGeom prst="rect">
            <a:avLst/>
          </a:prstGeom>
          <a:solidFill>
            <a:srgbClr val="00C8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886968" y="4626864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Structured verdict with specific, actionable conditions for approval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263640" y="1691640"/>
            <a:ext cx="5577840" cy="3977639"/>
          </a:xfrm>
          <a:prstGeom prst="rect">
            <a:avLst/>
          </a:prstGeom>
          <a:solidFill>
            <a:srgbClr val="0D1E33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6446520" y="181051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THREE INVESTMENTS FOR COTIVITI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6446520" y="221284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Provider-facing · Near-term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6446520" y="24688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Documentation Quality Scorer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6446520" y="2779776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Flag errors before a request reaches UM — neutral intermediary for both sides.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6446520" y="331012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Payer-facing · Medium-term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6446520" y="35661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Simulation Advisory Layer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6446520" y="3877056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Structured PA committee reports in minutes. Human decision authority preserved.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6446520" y="440740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0C8B4"/>
                </a:solidFill>
                <a:latin typeface="Calibri"/>
                <a:ea typeface="Calibri"/>
                <a:cs typeface="Calibri"/>
                <a:sym typeface="Calibri"/>
              </a:rPr>
              <a:t>Infrastructure · Long-term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6446520" y="466344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Private-Cloud LLM Inference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6446520" y="4974336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HIPAA-compliant processing of member-level records. No third-party API exposure.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548640" y="5806440"/>
            <a:ext cx="11292840" cy="548640"/>
          </a:xfrm>
          <a:prstGeom prst="rect">
            <a:avLst/>
          </a:prstGeom>
          <a:solidFill>
            <a:srgbClr val="00201A"/>
          </a:solidFill>
          <a:ln cap="flat" cmpd="sng" w="9525">
            <a:solidFill>
              <a:srgbClr val="0080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731520" y="5888736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8F2FA"/>
                </a:solidFill>
                <a:latin typeface="Calibri"/>
                <a:ea typeface="Calibri"/>
                <a:cs typeface="Calibri"/>
                <a:sym typeface="Calibri"/>
              </a:rPr>
              <a:t>⬡  Cotiviti's edge: claims data validates simulation outputs against real outcomes — grounded confidence scoring no competitor can replicate.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548640" y="6492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85A6"/>
                </a:solidFill>
                <a:latin typeface="Calibri"/>
                <a:ea typeface="Calibri"/>
                <a:cs typeface="Calibri"/>
                <a:sym typeface="Calibri"/>
              </a:rPr>
              <a:t>Raymond He  ·  raymondhhe@gmail.com  ·  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